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marthas-entrega/mobile-react-native/src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774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91C1C"/>
                </a:solidFill>
              </a:rPr>
              <a:t>Smart HAS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Monitoramento de Hipertensão Arterial Sistêmica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657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App mobile (React Native)  •  API (Java/Spring Boot)  •  Painel web (Angular)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Integrantes: 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Gabriel Garuti Paiva Cracco — RM 554866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O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Hipertensão é silenciosa e exige acompanhamento contínuo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Contexto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hipertensão (HAS) costuma ser assintomática e subdiagnosticada.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acompanhamento depende de medições frequentes e organizadas.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Pacientes carecem de retorno claro sobre o que cada valor significa.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Faltam alertas e orientação sobre quando procurar ajuda.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A proposta Smart HAS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Registro rápido de medições (sistólica/diastólica).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Classificação automática: Normal, Elevada ou Hipertensão.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Nível de risco e recomendações personalizadas.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Indicação da unidade de saúde mais próxima.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Arquitetura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Uma API central e dois clientes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2834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B9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0" y="2834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REST
</a:t>
            </a:r>
            <a:pPr algn="ctr" indent="0" marL="0">
              <a:buNone/>
            </a:pPr>
            <a:r>
              <a:rPr lang="en-US" sz="1300" dirty="0">
                <a:solidFill>
                  <a:srgbClr val="FFE4E4"/>
                </a:solidFill>
              </a:rPr>
              <a:t>Java + Spring Boot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71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Mobile
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React Native (Expo)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0" y="2971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2971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Painel Web
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Angular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3520440"/>
            <a:ext cx="1234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52360" y="3520440"/>
            <a:ext cx="1234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47091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4709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Banco de dados
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JPA / H2 (→ Postgres)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4206240"/>
            <a:ext cx="0" cy="50292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Autenticação JWT • JSON • Swagger • Thymeleaf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Parte 1 — Mobile em React Native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Migração do app Flutter para React Native (Expo)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Por que migrar?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Exercita os componentes-alvo: View, Text, Image, Button.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Navegação com React Navigation (stack + tabs).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Consome a MESMA API do painel web (arquitetura unificada).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Mantém o contrato de dados do app original (migração fiel).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Telas implementadas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Login com token persistido (AsyncStorage + Context).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Início: última medição, classificação e nível de risco.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Histórico de medições (FlatList).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Nova medição (formulário) e Unidades de saúde.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Parte 2 — API em Java + Spring Boot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REST em camadas, segura e documentada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Recursos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Spring MVC (REST/JSON) + Thymeleaf (página server-side).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Camadas: Controller, Service, Repository, Domain.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Autenticação JWT e autorização por perfil (USER/ADMIN).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JPA/Hibernate com banco H2 (troca simples p/ Postgres).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Validação (Bean Validation) e erros centralizados.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Documentação Swagger/OpenAPI.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Principais endpoints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POST /auth/register  •  POST /auth/login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GET/POST/PUT/DELETE /measurements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GET /units  •  POST/PUT/DELETE /units (ADMIN)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GET /recommendations (apoio à decisão)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GET /health  •  /swagger-ui.html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Parte 3 — Painel web em Angular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Consome a mesma API via HttpClient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Conceitos aplicados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Data binding: {{ }}, [ ], ( ) e [( )] com ngModel.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Diretivas: *ngIf e *ngFor.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Formulários com FormsModule / ngModel.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Rotas e navegação (routerLink).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Serviços injetáveis + interceptor de JWT.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Telas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/login — autenticação.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/dashboard — risco e recomendações.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/measurements — CRUD de medições.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/units — gestão de unidades (ADMIN).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Apoio à decisão &amp; Demonstração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AI Logistics Extension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Como funciona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Analisa o histórico e conta as classificações.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Calcula o nível de risco: BAIXO, MODERADO ou ALTO.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Gera recomendações textuais personalizadas.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Sugere a unidade ativa mais próxima (Haversine).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Credenciais de demonstração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admin@smarthas.com / admin123  (perfil ADMIN)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paciente@smarthas.com / 123456  (perfil USER)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Backend: http://localhost:8080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Swagger: http://localhost:8080/swagger-ui.html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Painel: http://localhost:4200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Roadmap tecnológico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Evolução do Smart HAS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Fase anterior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App Flutter (web).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Backend Python/FastAPI + SQLite.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Mapa (Google Maps) e notificações.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Esta fase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488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Mobile migrado p/ React Native.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API reescrita em Java/Spring Boot.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Novo painel em Angular.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Uma API, dois clientes.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Próximas fases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488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Deploy em nuvem + banco gerenciado.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Notificações push reais.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Build nativo (EAS Build).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Apoio à decisão avançado.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1C1C"/>
                </a:solidFill>
              </a:rPr>
              <a:t>Entrega &amp; Links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91C1C"/>
                </a:solidFill>
              </a:rPr>
              <a:t>Repositório GitHub: 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(inserir link)
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B91C1C"/>
                </a:solidFill>
              </a:rPr>
              <a:t>Vídeo de demonstração (YouTube, não listado):  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F2937"/>
                </a:solidFill>
              </a:rPr>
              <a:t>(inserir link)
</a:t>
            </a:r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6B7280"/>
                </a:solidFill>
              </a:rPr>
              <a:t>Documentação completa em PDF incluída na entrega.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marthas-entrega/mobile-react-native/src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0116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2918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91C1C"/>
                </a:solidFill>
              </a:rPr>
              <a:t>Obrigado!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0" y="4114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Smart HAS — cuidando da sua pressão com tecnologia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2026-09-02T18:27:44Z</dcterms:created>
  <dcterms:modified xsi:type="dcterms:W3CDTF">2026-09-02T18:27:44Z</dcterms:modified>
</cp:coreProperties>
</file>