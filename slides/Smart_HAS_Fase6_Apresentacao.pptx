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fd7d84f-79db-e811-da9f-11dd05409484}">
          <p14:sldIdLst>
            <p14:sldId id="256"/>
          </p14:sldIdLst>
        </p14:section>
        <p14:section name="Visão geral" id="{5bd47ceb-49a2-a871-637f-492e51c2cf37}">
          <p14:sldIdLst>
            <p14:sldId id="257"/>
            <p14:sldId id="258"/>
          </p14:sldIdLst>
        </p14:section>
        <p14:section name="Parte 1" id="{1b870ddc-9f93-1824-9820-fd0c5f5366d9}">
          <p14:sldIdLst>
            <p14:sldId id="259"/>
          </p14:sldIdLst>
        </p14:section>
        <p14:section name="Parte 2" id="{0db87140-6fc8-34a2-7bba-ab8f0e52121a}">
          <p14:sldIdLst>
            <p14:sldId id="260"/>
          </p14:sldIdLst>
        </p14:section>
        <p14:section name="Parte 3" id="{5b4d6666-7a84-83d1-9159-c14dfc8800c9}">
          <p14:sldIdLst>
            <p14:sldId id="261"/>
            <p14:sldId id="262"/>
            <p14:sldId id="263"/>
          </p14:sldIdLst>
        </p14:section>
        <p14:section name="Demonstração" id="{1b25eb5b-57bb-7df3-4a47-b89562f94eb2}">
          <p14:sldIdLst>
            <p14:sldId id="264"/>
          </p14:sldIdLst>
        </p14:section>
        <p14:section name="Encerramento" id="{1e69d5f6-a460-0a0b-cbc6-4f30f068e31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Olá, eu sou o Gabriel Garuti, RM 554866, e este é o Smart HAS, nosso sistema de monitoramento de hipertensão. Nesta Fase 6 o foco foi levar parte da inteligência do sistema para o banco Oracle, com procedures e functions em PL/SQL, e integrar essa camada ao back-end Java. Os links do GitHub e deste vídeo estão aqui no primeiro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números: criei sete tabelas no Oracle, oito rotinas PL/SQL, sendo quatro functions e quatro procedures, e um fluxo completo em que uma requisição REST chega no Java, que chama o Oracle por JDBC. O app mobile e o painel Angular das fases anteriores continuam funcionando sobre a mesma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arquitetura tem uma peça central nova: a interface ClinicalRulesGateway. O resto da aplicação conversa só com ela. No perfil oracle, o adaptador executa as procedures e functions no banco via JDBC. No perfil padrão, com H2, um adaptador em Java reproduz as mesmas regras, o que permite desenvolver e testar sem acesso ao Oracle.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Parte 1, a solução ganhou alertas clínicos automáticos, relatório consolidado, o indicador de leituras na meta e suporte a sensores IoT. Também refatorei o código: data e hora viraram um LocalDateTime, a regra de alerta passou a ser acionada por um evento de domínio depois do commit, erros do Oracle viram respostas HTTP 400 claras e as credenciais do banco ficam em variáveis de ambiente.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Parte 2, modelei o banco Oracle. O usuário registra medições, que podem vir de um dispositivo IoT; cada medição pode gerar alertas; e os relatórios consolidam os indicadores por paciente. Todas as tabelas seguem o padrão de nomes da FIAP, com chaves identity, checks e um log de auditoria. A carga simulada tem seis usuários, quatro dispositivos e trinta e sete leituras, com datas relativas ao dia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Parte 3, comecei pelas functions. A FN_SHAS_TAXA_CONTROLE é o indicador: calcula o percentual de leituras dentro da meta. A FN_SHAS_RESUMO_PACIENTE devolve um texto formatado pronto para exibir. As duas usam parâmetros IN, RETURN e tratamento de exceções. E elas são usadas direto em consultas SQL, como esta, que é a mesma que o back-end executa para montar o painel de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principal procedure é a PRC_SHAS_REGISTRAR_ALERTA. Ela avalia uma leitura com IF e ELSIF: crise hipertensiva gera alerta crítico; se a pressão está alta e três das cinco últimas leituras também, um cursor explícito detecta a tendência e gera alerta alto; senão, moderado. Ela é idempotente e registra erros num log autônomo. Também criei a procedure de relatório, que percorre os pacientes com cursor e trata erro por paciente, e a de simulação de sensores.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integração com o Java funciona assim: o app envia a medição por POST, o service grava e publica um evento, e depois do commit um listener chama o gateway, que executa a procedure no Oracle usando SimpleJdbcCall com parâmetros IN e OUT. O alerta gerado volta na resposta da própria requisição, então o paciente é avisado na hora. Já no painel administrativo, um botão chama o endpoint que executa a procedure de relatório.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vou mostrar o sistema rodando. Primeiro, no SQL Developer, executo o script de testes: as functions dentro do SELECT, as procedures e os erros tratados. Depois, no app, registro uma pressão de 186 por 121 e o alerta crítico aparece na hora. No painel Angular, gero o relatório e mostro que o motor é o Oracle PL/SQL. Por fim, confiro no banco os registros novos de alerta e de relatório. [Aqui entra a gravação de tela da demonstração.]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concluir: a Fase 6 consolidou a integração entre mobile, web, API e banco Oracle, com as regras que dependem de muitos dados rodando perto dos dados, em PL/SQL, e o Java orquestrando o fluxo. Como próximos passos, quero agendar o relatório com DBMS_SCHEDULER, agrupar as rotinas em um package e receber leituras reais dos monitores.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80467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Smart HAS · Fase 6 · Gabriel Garuti — RM 554866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abrielGaruti/smarthas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abrielGaruti/smartha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FIAP · FASE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6868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Smart HAS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Oracle PL/SQL integrado ao back-end Java: alertas, relatórios e indicadores direto no banco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GitHub: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https://github.com/GabrielGaruti/smarthas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Vídeo: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2"/>
                </a:solidFill>
              </a:rPr>
              <a:t>[inserir link do vídeo]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005840"/>
            <a:ext cx="2194560" cy="3108960"/>
          </a:xfrm>
          <a:prstGeom prst="roundRect">
            <a:avLst>
              <a:gd name="adj" fmla="val 41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FOTO_INTEGRANTE"/>
          <p:cNvSpPr/>
          <p:nvPr/>
        </p:nvSpPr>
        <p:spPr>
          <a:xfrm>
            <a:off x="6812280" y="1234440"/>
            <a:ext cx="1371600" cy="13716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6"/>
            </a:solidFill>
            <a:prstDash val="solid"/>
          </a:ln>
        </p:spPr>
      </p:sp>
      <p:pic>
        <p:nvPicPr>
          <p:cNvPr id="8" name="FOTO_PLACEHOLD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554480"/>
            <a:ext cx="731520" cy="7315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922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Gabriel Garuti Paiva Cracco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RM 554866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Grupo de 1 integrante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DO MVP À INTELIGÊNCIA NO BANCO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que a Fase 6 entrega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tabelas Oracle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modelo físico com constraints, índices e log de auditoria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371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rotinas PL/SQL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4 functions e 4 procedures com cursor, loop, IF e exceptions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1371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fluxo integrado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REST → Java → JDBC → Oracle, disparado por evento de back-end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Mobile (React Native) e painel (Angular) continuam consumindo a mesma API Spring Boot.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ARQUITETURA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Uma porta, dois motores de regras</a:t>
            </a:r>
            <a:endParaRPr lang="en-US" sz="3000" dirty="0"/>
          </a:p>
        </p:txBody>
      </p:sp>
      <p:pic>
        <p:nvPicPr>
          <p:cNvPr id="4" name="Image 0" descr="arquite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221992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9184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30302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931920" y="1170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ClinicalRulesGateway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3931920" y="1508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aplicação só conhece esta interface. O Spring injeta o adaptador conforme o perfil.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91840" y="2331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140" y="244602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31920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Perfil oracle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3931920" y="2651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OraclePlsqlGateway chama procedures com SimpleJdbcCall e functions via SELECT.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291840" y="3474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140" y="358902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931920" y="3456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Perfil padrão (H2)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3931920" y="3794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JavaRulesGateway replica as mesmas regras para desenvolver sem o servidor Oracle.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PARTE 1 · APRIMORAMENTO DA SOLUÇÃO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Novas funcionalidades e refatorações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Alertas automáticos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Toda leitura é avaliada; o alerta volta na resposta do POST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32588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43560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776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Relatório consolidado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Gerado no painel admin por procedure Oracle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32588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3560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6656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% de leituras na meta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Indicador de 30 dias no app e no dashboard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108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21868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Sensores IoT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Dispositivos, origem da leitura e frequência cardíaca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24612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108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3218688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7764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Evento de domínio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AFTER_COMMIT + REQUIRES_NEW: regra não desfaz a medição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03504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1089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218688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6656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Robustez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LocalDateTime, erros ORA-20xxx → HTTP 400, credenciais por variável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PARTE 2 · BANCO ORACLE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Modelo relacional do Smart HAS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0" cy="3657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Image 0" descr="smarthas_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5394960" cy="35833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63640" y="1051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Carga simulada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3640" y="1463040"/>
            <a:ext cx="242316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0" y="14630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463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usuários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242316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00800" y="21488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21488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dispositivos IoT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2834640"/>
            <a:ext cx="242316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00800" y="28346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28346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leituras simuladas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3520440"/>
            <a:ext cx="242316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400800" y="35204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0" y="35204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de saúde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4251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Datas relativas a SYSDATE: os indicadores de 30 dias sempre têm dados.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PARTE 3 · FUNCTIONS PL/SQL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Indicador e dados formatados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9888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2801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FN_SHAS_TAXA_CONTROLE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Indicador: % de leituras abaixo de 140x90 em N dias. Retorna NULL sem dados; erros -20001 e -20002.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39319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69748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80720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26974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FN_SHAS_RESUMO_PACIENTE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200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Dados formatados: texto pronto para o app, reaproveitando as outras functions.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+ FN_SHAS_CLASSIFICAR e FN_SHAS_FORMATAR_MEDICAO (apoio)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097280"/>
            <a:ext cx="4023360" cy="3246120"/>
          </a:xfrm>
          <a:prstGeom prst="roundRect">
            <a:avLst>
              <a:gd name="adj" fmla="val 22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46320" y="1234440"/>
            <a:ext cx="3703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functions dentro do SELECT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u.NM_COMPLETO,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FN_SHAS_TAXA_CONTROLE(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u.ID_USUARIO, 30) AS NA_META,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FN_SHAS_RESUMO_PACIENTE(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u.ID_USUARIO, 30) AS RESUMO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T_SHAS_USUARIO 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u.TP_PERFIL = 'USER';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mesma consulta usada 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GET /admin/patients/indicators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PARTE 3 · PROCEDURES PL/SQL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PRC_SHAS_REGISTRAR_ALERTA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CRÍTICO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143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≥ 180x120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Crise hipertensiva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20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920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≥ 140x90 e 3 das 5 últimas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Tendência alta (CURSOR + LOOP)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97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MODERADO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697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≥ 140x90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Hipertensão isolada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20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Idempotente (DUP_VAL_ON_INDEX), sem COMMIT interno, NO_DATA_FOUND → -20010, log autônomo em erro.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114300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303520" y="12344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PRC_SHAS_GERAR_RELATORIO_RESUMO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Cursor FOR LOOP por paciente, usa as functions, classifica o risco e trata erro por paciente sem parar o lote.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2788920"/>
            <a:ext cx="35661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03520" y="28803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PRC_SHAS_SIMULAR_LEITURAS_SENSOR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Importa leituras IoT com DBMS_RANDOM e reaproveita a regra de alerta em cada uma.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PARTE 3 · INTEGRAÇÃO COM O JAVA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REST → Java → JDBC → Oracle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16916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562" y="14516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POST /measurements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1783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157984" y="1188720"/>
            <a:ext cx="1463040" cy="16916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42616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346" y="145161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03704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Service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203704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grava e publica evento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621024" y="1783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858768" y="1188720"/>
            <a:ext cx="1463040" cy="16916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4340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130" y="145161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04488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Listener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3904488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AFTER_COMMIT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321808" y="1783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559552" y="1188720"/>
            <a:ext cx="1463040" cy="16916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44184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914" y="145161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05272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Gateway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605272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SimpleJdbcCall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022592" y="17830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7260336" y="1188720"/>
            <a:ext cx="1463040" cy="16916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44968" y="13258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0698" y="1451610"/>
            <a:ext cx="251460" cy="2514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06056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Oracle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306056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PRC_SHAS_REGISTRAR_ALERTA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57200" y="315468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40080" y="33375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447288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234440" y="3291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alerta volta no JSON da própria requisição e o app avisa o paciente na hora.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4709160" y="315468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4892040" y="33375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3447288"/>
            <a:ext cx="219456" cy="21945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5486400" y="3291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painel, POST /admin/reports/summary executa a procedure de relatório (perfil ADMIN).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DEMONSTRAÇÃO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sistema rodando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0" y="132588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0208" y="1435608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3441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SQL Developer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874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Script 05: functions no SELECT, procedures e cenários de erro tratados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463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8046720" y="132588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143560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13441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 mobile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394960" y="1874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Registrar 186x121 e receber o alerta CRÍTICO na hora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3840480" y="3063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3172968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3081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Painel Angular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118872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Gerar o relatório e ver o motor ORACLE_PLSQL e o tempo de execução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48463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Shape 19"/>
          <p:cNvSpPr/>
          <p:nvPr/>
        </p:nvSpPr>
        <p:spPr>
          <a:xfrm>
            <a:off x="8046720" y="3063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3172968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394960" y="3081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Conferência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Novos registros em T_SHAS_ALERTA e T_SHAS_RELATORIO_RESUMO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Inteligência perto dos dados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Próximos passos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Agendar o relatório com DBMS_SCHEDULER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Agrupar as rotinas em um PACKAGE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Receber leituras reais por Bluetooth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Push quando houver alerta crítico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120640" y="2240280"/>
            <a:ext cx="3474720" cy="2103120"/>
          </a:xfrm>
          <a:prstGeom prst="roundRect">
            <a:avLst>
              <a:gd name="adj" fmla="val 4348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0" y="237744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Gabriel Garuti Paiva Cracco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RM 554866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github.com/GabrielGaruti/smarthas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Vídeo: [inserir link do vídeo]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HAS">
  <a:themeElements>
    <a:clrScheme name="Smart HAS">
      <a:dk1>
        <a:srgbClr val="1F2937"/>
      </a:dk1>
      <a:lt1>
        <a:srgbClr val="FFFFFF"/>
      </a:lt1>
      <a:dk2>
        <a:srgbClr val="7F1D1D"/>
      </a:dk2>
      <a:lt2>
        <a:srgbClr val="F3F4F6"/>
      </a:lt2>
      <a:accent1>
        <a:srgbClr val="B91C1C"/>
      </a:accent1>
      <a:accent2>
        <a:srgbClr val="F59E0B"/>
      </a:accent2>
      <a:accent3>
        <a:srgbClr val="16A34A"/>
      </a:accent3>
      <a:accent4>
        <a:srgbClr val="1D4ED8"/>
      </a:accent4>
      <a:accent5>
        <a:srgbClr val="6B7280"/>
      </a:accent5>
      <a:accent6>
        <a:srgbClr val="FEE2E2"/>
      </a:accent6>
      <a:hlink>
        <a:srgbClr val="FECACA"/>
      </a:hlink>
      <a:folHlink>
        <a:srgbClr val="FCA5A5"/>
      </a:folHlink>
    </a:clrScheme>
    <a:fontScheme name="Smart H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HAS - Fase 6</dc:title>
  <dc:subject>PptxGenJS Presentation</dc:subject>
  <dc:creator>Gabriel Garuti Paiva Cracco</dc:creator>
  <cp:lastModifiedBy>Gabriel Garuti Paiva Cracco</cp:lastModifiedBy>
  <cp:revision>1</cp:revision>
  <dcterms:created xsi:type="dcterms:W3CDTF">2026-10-03T17:46:37Z</dcterms:created>
  <dcterms:modified xsi:type="dcterms:W3CDTF">2026-10-03T17:46:37Z</dcterms:modified>
</cp:coreProperties>
</file>